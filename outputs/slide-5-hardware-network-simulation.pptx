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540c8b63c14811" /><Relationship Type="http://schemas.openxmlformats.org/officeDocument/2006/relationships/extended-properties" Target="/docProps/app.xml" Id="Rb04851de438d4109" /><Relationship Type="http://schemas.openxmlformats.org/officeDocument/2006/relationships/officeDocument" Target="/ppt/presentation.xml" Id="Rfe7d8266565b49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dbd39beb0340dd"/>
  </p:sldMasterIdLst>
  <p:notesMasterIdLst>
    <p:notesMasterId xmlns:r="http://schemas.openxmlformats.org/officeDocument/2006/relationships" r:id="Rcd4122e859734116"/>
  </p:notesMasterIdLst>
  <p:sldIdLst>
    <p:sldId xmlns:r="http://schemas.openxmlformats.org/officeDocument/2006/relationships" id="256" r:id="Ra54c76d9664d4a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f537a39d374814" /><Relationship Type="http://schemas.openxmlformats.org/officeDocument/2006/relationships/slideMaster" Target="/ppt/slideMasters/slideMaster1.xml" Id="R03dbd39beb0340dd" /><Relationship Type="http://schemas.openxmlformats.org/officeDocument/2006/relationships/notesMaster" Target="/ppt/notesMasters/notesMaster1.xml" Id="Rcd4122e859734116" /><Relationship Type="http://schemas.openxmlformats.org/officeDocument/2006/relationships/presProps" Target="/ppt/presProps.xml" Id="Rf63cee9e98bc40cf" /><Relationship Type="http://schemas.openxmlformats.org/officeDocument/2006/relationships/tableStyles" Target="/ppt/tableStyles.xml" Id="R118c8fb7ce39429f" /><Relationship Type="http://schemas.openxmlformats.org/officeDocument/2006/relationships/slide" Target="/ppt/slides/slide1.xml" Id="Ra54c76d9664d4a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47938acada46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cb2be3a5d5417b" /><Relationship Type="http://schemas.openxmlformats.org/officeDocument/2006/relationships/notesMaster" Target="/ppt/notesMasters/notesMaster1.xml" Id="Rb4fe91707dcc4f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df1113c9df47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1193f7df344ff8" /><Relationship Type="http://schemas.openxmlformats.org/officeDocument/2006/relationships/slideLayout" Target="/ppt/slideLayouts/slideLayout1.xml" Id="Rad0ac823e19e4b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0ac823e19e4b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b95e935184161" /><Relationship Type="http://schemas.openxmlformats.org/officeDocument/2006/relationships/notesSlide" Target="/ppt/notesSlides/notesSlide1.xml" Id="Rab628f56e97a42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5948B55-E914-45D3-B549-C580D249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D63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63ED"/>
                </a:solidFill>
                <a:latin typeface="Aptos"/>
                <a:ea typeface="Aptos"/>
                <a:cs typeface="Aptos"/>
              </a:rPr>
              <a:t>SLIDE 05  |  HARDWARE NETWORK SIMULATION</a:t>
            </a:r>
          </a:p>
        </p:txBody>
      </p:sp>
      <p:sp>
        <p:nvSpPr>
          <p:cNvPr id="2" name="main-title">
            <a:extLst xmlns:a="http://schemas.openxmlformats.org/drawingml/2006/main">
              <a:ext uri="{FF2B5EF4-FFF2-40B4-BE49-F238E27FC236}">
                <a16:creationId xmlns:a16="http://schemas.microsoft.com/office/drawing/2014/main" id="{BA5C66B2-3858-4F33-ABDC-B002C327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Simulating the Physical Environment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4791BDE-3B3E-4EBF-ADA0-C8AA7F31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Docker-based camera and microphone simulator turns local test media into live streams, so the backend behaves as if it is connected to real exam-hall devices.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0D1B81D-2EE5-4D8B-B803-FC195C6A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6BB46BA1-8392-4A3F-9226-A7B50B72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10871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418C5484-BD13-4028-8EB9-1A6F673C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Local files become network devices</a:t>
            </a:r>
          </a:p>
        </p:txBody>
      </p:sp>
      <p:sp>
        <p:nvSpPr>
          <p:cNvPr id="7" name="mounted-volume">
            <a:extLst xmlns:a="http://schemas.openxmlformats.org/drawingml/2006/main">
              <a:ext uri="{FF2B5EF4-FFF2-40B4-BE49-F238E27FC236}">
                <a16:creationId xmlns:a16="http://schemas.microsoft.com/office/drawing/2014/main" id="{80072CBD-4627-4F07-813C-74F7BC4E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1526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Mounted media volume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/app/videos</a:t>
            </a:r>
          </a:p>
        </p:txBody>
      </p:sp>
      <p:sp>
        <p:nvSpPr>
          <p:cNvPr id="8" name="mp4-files">
            <a:extLst xmlns:a="http://schemas.openxmlformats.org/drawingml/2006/main">
              <a:ext uri="{FF2B5EF4-FFF2-40B4-BE49-F238E27FC236}">
                <a16:creationId xmlns:a16="http://schemas.microsoft.com/office/drawing/2014/main" id="{0F0A3590-A244-48A8-85ED-371189F9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7716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ED7AA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.mp4 camera clips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cam1.mp4, cam2.mp4</a:t>
            </a:r>
          </a:p>
        </p:txBody>
      </p:sp>
      <p:sp>
        <p:nvSpPr>
          <p:cNvPr id="9" name="wav-files">
            <a:extLst xmlns:a="http://schemas.openxmlformats.org/drawingml/2006/main">
              <a:ext uri="{FF2B5EF4-FFF2-40B4-BE49-F238E27FC236}">
                <a16:creationId xmlns:a16="http://schemas.microsoft.com/office/drawing/2014/main" id="{6AB14253-A650-48E9-A9A8-01E55DD4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17716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DDD6F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.wav mic clips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hall audio</a:t>
            </a:r>
          </a:p>
        </p:txBody>
      </p:sp>
      <p:sp>
        <p:nvSpPr>
          <p:cNvPr id="10" name="docker-container">
            <a:extLst xmlns:a="http://schemas.openxmlformats.org/drawingml/2006/main">
              <a:ext uri="{FF2B5EF4-FFF2-40B4-BE49-F238E27FC236}">
                <a16:creationId xmlns:a16="http://schemas.microsoft.com/office/drawing/2014/main" id="{12F33431-E46E-4BD3-A1D0-6B136CEC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417195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20955">
            <a:solidFill>
              <a:srgbClr val="1D6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71450" tIns="152400" rIns="17145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63E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D63ED"/>
                </a:solidFill>
                <a:latin typeface="Aptos Display"/>
                <a:ea typeface="Aptos Display"/>
                <a:cs typeface="Aptos Display"/>
              </a:rPr>
              <a:t>Camera Streaming Simulator Container</a:t>
            </a:r>
          </a:p>
        </p:txBody>
      </p:sp>
      <p:sp>
        <p:nvSpPr>
          <p:cNvPr id="11" name="docker-badge">
            <a:extLst xmlns:a="http://schemas.openxmlformats.org/drawingml/2006/main">
              <a:ext uri="{FF2B5EF4-FFF2-40B4-BE49-F238E27FC236}">
                <a16:creationId xmlns:a16="http://schemas.microsoft.com/office/drawing/2014/main" id="{D039A83A-683E-4D77-B652-C9BDC8AE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DBF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D63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63ED"/>
                </a:solidFill>
                <a:latin typeface="Aptos"/>
                <a:ea typeface="Aptos"/>
                <a:cs typeface="Aptos"/>
              </a:rPr>
              <a:t>Docker :8000</a:t>
            </a:r>
          </a:p>
        </p:txBody>
      </p:sp>
      <p:sp>
        <p:nvSpPr>
          <p:cNvPr id="12" name="sim-reader">
            <a:extLst xmlns:a="http://schemas.openxmlformats.org/drawingml/2006/main">
              <a:ext uri="{FF2B5EF4-FFF2-40B4-BE49-F238E27FC236}">
                <a16:creationId xmlns:a16="http://schemas.microsoft.com/office/drawing/2014/main" id="{CE534DF1-0AFE-4184-91A4-A75C9783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  Read files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OpenCV + audio loader</a:t>
            </a:r>
          </a:p>
        </p:txBody>
      </p:sp>
      <p:sp>
        <p:nvSpPr>
          <p:cNvPr id="13" name="sim-converter">
            <a:extLst xmlns:a="http://schemas.openxmlformats.org/drawingml/2006/main">
              <a:ext uri="{FF2B5EF4-FFF2-40B4-BE49-F238E27FC236}">
                <a16:creationId xmlns:a16="http://schemas.microsoft.com/office/drawing/2014/main" id="{907A1E9F-A5D7-40F1-8948-2917527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161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  Convert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MJPEG frames + PCM16 chunks</a:t>
            </a:r>
          </a:p>
        </p:txBody>
      </p:sp>
      <p:sp>
        <p:nvSpPr>
          <p:cNvPr id="14" name="sim-server">
            <a:extLst xmlns:a="http://schemas.openxmlformats.org/drawingml/2006/main">
              <a:ext uri="{FF2B5EF4-FFF2-40B4-BE49-F238E27FC236}">
                <a16:creationId xmlns:a16="http://schemas.microsoft.com/office/drawing/2014/main" id="{83B35D4D-8470-4C6D-AADE-172915CE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29100"/>
            <a:ext cx="1885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3  Serve live HTTP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FastAPI streaming endpoints</a:t>
            </a:r>
          </a:p>
        </p:txBody>
      </p:sp>
      <p:sp>
        <p:nvSpPr>
          <p:cNvPr id="15" name="camera-feed">
            <a:extLst xmlns:a="http://schemas.openxmlformats.org/drawingml/2006/main">
              <a:ext uri="{FF2B5EF4-FFF2-40B4-BE49-F238E27FC236}">
                <a16:creationId xmlns:a16="http://schemas.microsoft.com/office/drawing/2014/main" id="{B3C01422-21CA-4CDF-A65B-FF167B8A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81600"/>
            <a:ext cx="1714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93C5F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D63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63ED"/>
                </a:solidFill>
                <a:latin typeface="Aptos"/>
                <a:ea typeface="Aptos"/>
                <a:cs typeface="Aptos"/>
              </a:rPr>
              <a:t>GET /camera/{id}/feed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D63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63ED"/>
                </a:solidFill>
                <a:latin typeface="Aptos"/>
                <a:ea typeface="Aptos"/>
                <a:cs typeface="Aptos"/>
              </a:rPr>
              <a:t>HTTP MJPEG</a:t>
            </a:r>
          </a:p>
        </p:txBody>
      </p:sp>
      <p:sp>
        <p:nvSpPr>
          <p:cNvPr id="16" name="mic-feed">
            <a:extLst xmlns:a="http://schemas.openxmlformats.org/drawingml/2006/main">
              <a:ext uri="{FF2B5EF4-FFF2-40B4-BE49-F238E27FC236}">
                <a16:creationId xmlns:a16="http://schemas.microsoft.com/office/drawing/2014/main" id="{3394D4B6-AD53-47B5-84E9-A200B894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81600"/>
            <a:ext cx="1714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C4B5F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GET /mic/{id}/feed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PCM16 audio</a:t>
            </a:r>
          </a:p>
        </p:txBody>
      </p:sp>
      <p:sp>
        <p:nvSpPr>
          <p:cNvPr id="17" name="thaqib-backend">
            <a:extLst xmlns:a="http://schemas.openxmlformats.org/drawingml/2006/main">
              <a:ext uri="{FF2B5EF4-FFF2-40B4-BE49-F238E27FC236}">
                <a16:creationId xmlns:a16="http://schemas.microsoft.com/office/drawing/2014/main" id="{8FF7A635-6EFC-4366-AC9C-3F0EC49C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14650"/>
            <a:ext cx="2400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5240">
            <a:solidFill>
              <a:srgbClr val="86EFA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Main Thaqib Backend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FastAPI :8001</a:t>
            </a:r>
          </a:p>
        </p:txBody>
      </p:sp>
      <p:sp>
        <p:nvSpPr>
          <p:cNvPr id="18" name="device-stream-url">
            <a:extLst xmlns:a="http://schemas.openxmlformats.org/drawingml/2006/main">
              <a:ext uri="{FF2B5EF4-FFF2-40B4-BE49-F238E27FC236}">
                <a16:creationId xmlns:a16="http://schemas.microsoft.com/office/drawing/2014/main" id="{FFBFF084-784B-4E9B-9853-EF399E69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57650"/>
            <a:ext cx="2209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BF7D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Device.stream_url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points to simulator feeds</a:t>
            </a:r>
          </a:p>
        </p:txBody>
      </p:sp>
      <p:sp>
        <p:nvSpPr>
          <p:cNvPr id="19" name="backend-pipelines">
            <a:extLst xmlns:a="http://schemas.openxmlformats.org/drawingml/2006/main">
              <a:ext uri="{FF2B5EF4-FFF2-40B4-BE49-F238E27FC236}">
                <a16:creationId xmlns:a16="http://schemas.microsoft.com/office/drawing/2014/main" id="{55FD12A7-B37F-4A04-871E-44D649FD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2209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BF7D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Video + audio pipelines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run unchanged</a:t>
            </a:r>
          </a:p>
        </p:txBody>
      </p:sp>
      <p:sp>
        <p:nvSpPr>
          <p:cNvPr id="20" name="input-label">
            <a:extLst xmlns:a="http://schemas.openxmlformats.org/drawingml/2006/main">
              <a:ext uri="{FF2B5EF4-FFF2-40B4-BE49-F238E27FC236}">
                <a16:creationId xmlns:a16="http://schemas.microsoft.com/office/drawing/2014/main" id="{2E27DC82-E390-4BD2-8749-EE6E2158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Test assets</a:t>
            </a:r>
          </a:p>
        </p:txBody>
      </p:sp>
      <p:sp>
        <p:nvSpPr>
          <p:cNvPr id="21" name="network-label">
            <a:extLst xmlns:a="http://schemas.openxmlformats.org/drawingml/2006/main">
              <a:ext uri="{FF2B5EF4-FFF2-40B4-BE49-F238E27FC236}">
                <a16:creationId xmlns:a16="http://schemas.microsoft.com/office/drawing/2014/main" id="{3BB49FD0-15C3-4AFE-909E-1A0B4A87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bridge / LAN</a:t>
            </a:r>
          </a:p>
        </p:txBody>
      </p: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028950" y="3209925"/>
            <a:ext cx="952500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 cap="rnd">
            <a:solidFill>
              <a:srgbClr val="1D63ED"/>
            </a:solidFill>
            <a:prstDash val="solid"/>
            <a:round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838450" y="3571875"/>
            <a:ext cx="114300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B45309"/>
            </a:solidFill>
            <a:prstDash val="solid"/>
            <a:round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838450" y="3571875"/>
            <a:ext cx="1143000" cy="1362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6D28D9"/>
            </a:solidFill>
            <a:prstDash val="solid"/>
            <a:round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00700" y="35718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D63ED"/>
            </a:solidFill>
            <a:prstDash val="solid"/>
            <a:round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5838825" y="3924300"/>
            <a:ext cx="78105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 cap="rnd">
            <a:solidFill>
              <a:srgbClr val="1D63ED"/>
            </a:solidFill>
            <a:prstDash val="solid"/>
            <a:round/>
            <a:head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4800600" y="4972050"/>
            <a:ext cx="1038225" cy="209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 cap="rnd">
            <a:solidFill>
              <a:srgbClr val="1D63ED"/>
            </a:solidFill>
            <a:prstDash val="solid"/>
            <a:round/>
            <a:head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838825" y="4972050"/>
            <a:ext cx="790575" cy="209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 cap="rnd">
            <a:solidFill>
              <a:srgbClr val="6D28D9"/>
            </a:solidFill>
            <a:prstDash val="solid"/>
            <a:round/>
            <a:head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657850" y="3352800"/>
            <a:ext cx="2952750" cy="2047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 cap="rnd">
            <a:solidFill>
              <a:srgbClr val="1D63ED"/>
            </a:solidFill>
            <a:prstDash val="solid"/>
            <a:round/>
            <a:head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486650" y="3352800"/>
            <a:ext cx="1123950" cy="2047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 cap="rnd">
            <a:solidFill>
              <a:srgbClr val="6D28D9"/>
            </a:solidFill>
            <a:prstDash val="solid"/>
            <a:round/>
            <a:head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810750" y="37909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5803D"/>
            </a:solidFill>
            <a:prstDash val="solid"/>
            <a:round/>
            <a:head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810750" y="46482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5803D"/>
            </a:solidFill>
            <a:prstDash val="solid"/>
            <a:round/>
            <a:head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F33AC85F-9935-48B4-BD76-BC0BA964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10287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Result: repeatable hardware-free demos with the same stream URLs the production backend expects.</a:t>
            </a:r>
          </a:p>
        </p:txBody>
      </p:sp>
    </p:spTree>
    <p:extLst>
      <p:ext uri="{BB962C8B-B14F-4D97-AF65-F5344CB8AC3E}">
        <p14:creationId xmlns:p14="http://schemas.microsoft.com/office/powerpoint/2010/main" val="2142639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2026-06-23T13:08:43.2120000Z</dcterms:created>
  <dcterms:modified xsi:type="dcterms:W3CDTF">2026-06-23T13:08:43.2120000Z</dcterms:modified>
</coreProperties>
</file>