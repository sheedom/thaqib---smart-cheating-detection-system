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38525415a4890" /><Relationship Type="http://schemas.openxmlformats.org/officeDocument/2006/relationships/extended-properties" Target="/docProps/app.xml" Id="Rebb2d978fb554a50" /><Relationship Type="http://schemas.openxmlformats.org/officeDocument/2006/relationships/officeDocument" Target="/ppt/presentation.xml" Id="R6cfc8bf71cd1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a3a6f668f470e"/>
  </p:sldMasterIdLst>
  <p:notesMasterIdLst>
    <p:notesMasterId xmlns:r="http://schemas.openxmlformats.org/officeDocument/2006/relationships" r:id="R79c74afe18b04a1e"/>
  </p:notesMasterIdLst>
  <p:sldIdLst>
    <p:sldId xmlns:r="http://schemas.openxmlformats.org/officeDocument/2006/relationships" id="256" r:id="Rf7d6d562951349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01aadc2294b0a" /><Relationship Type="http://schemas.openxmlformats.org/officeDocument/2006/relationships/slideMaster" Target="/ppt/slideMasters/slideMaster1.xml" Id="Re60a3a6f668f470e" /><Relationship Type="http://schemas.openxmlformats.org/officeDocument/2006/relationships/notesMaster" Target="/ppt/notesMasters/notesMaster1.xml" Id="R79c74afe18b04a1e" /><Relationship Type="http://schemas.openxmlformats.org/officeDocument/2006/relationships/presProps" Target="/ppt/presProps.xml" Id="Rfa7d44b57f3346a6" /><Relationship Type="http://schemas.openxmlformats.org/officeDocument/2006/relationships/tableStyles" Target="/ppt/tableStyles.xml" Id="Rdfab9bbdff2a4f99" /><Relationship Type="http://schemas.openxmlformats.org/officeDocument/2006/relationships/slide" Target="/ppt/slides/slide1.xml" Id="Rf7d6d5629513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477a23d4b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haqib Docker Lab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D97706"/>
      </a:accent3>
      <a:accent4>
        <a:srgbClr val="E11D48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aqib Docker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dabb4649f44ae" /><Relationship Type="http://schemas.openxmlformats.org/officeDocument/2006/relationships/notesMaster" Target="/ppt/notesMasters/notesMaster1.xml" Id="R4ca9090ebabf4f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58342169d42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d9f765b9c4928" /><Relationship Type="http://schemas.openxmlformats.org/officeDocument/2006/relationships/slideLayout" Target="/ppt/slideLayouts/slideLayout1.xml" Id="R569dcf81af80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dcf81af80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haqib Docker Lab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D97706"/>
      </a:accent3>
      <a:accent4>
        <a:srgbClr val="E11D48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aqib Docker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a0656c924062" /><Relationship Type="http://schemas.openxmlformats.org/officeDocument/2006/relationships/notesSlide" Target="/ppt/notesSlides/notesSlide1.xml" Id="R2fe9189ba5554e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526AAF-9879-4B56-9C83-43F62D3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Docker Network Simulation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57B64F-DAC5-4142-A5B2-E67312F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repeatable camera + mic feeds for Thaqib demos</a:t>
            </a:r>
          </a:p>
        </p:txBody>
      </p:sp>
      <p:sp>
        <p:nvSpPr>
          <p:cNvPr id="3" name="docker-compose-pill">
            <a:extLst xmlns:a="http://schemas.openxmlformats.org/drawingml/2006/main">
              <a:ext uri="{FF2B5EF4-FFF2-40B4-BE49-F238E27FC236}">
                <a16:creationId xmlns:a16="http://schemas.microsoft.com/office/drawing/2014/main" id="{735BF742-542C-438F-BFB9-AF0B9D86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"/>
            <a:ext cx="223837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docker compose lab</a:t>
            </a:r>
          </a:p>
        </p:txBody>
      </p:sp>
      <p:sp>
        <p:nvSpPr>
          <p:cNvPr id="4" name="test-video-source">
            <a:extLst xmlns:a="http://schemas.openxmlformats.org/drawingml/2006/main">
              <a:ext uri="{FF2B5EF4-FFF2-40B4-BE49-F238E27FC236}">
                <a16:creationId xmlns:a16="http://schemas.microsoft.com/office/drawing/2014/main" id="{C138A64F-A844-4045-A2BF-3677954B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video-file-icon-1">
            <a:extLst xmlns:a="http://schemas.openxmlformats.org/drawingml/2006/main">
              <a:ext uri="{FF2B5EF4-FFF2-40B4-BE49-F238E27FC236}">
                <a16:creationId xmlns:a16="http://schemas.microsoft.com/office/drawing/2014/main" id="{D830F87C-96D0-4412-8663-A2DBD383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409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video-file-icon-2">
            <a:extLst xmlns:a="http://schemas.openxmlformats.org/drawingml/2006/main">
              <a:ext uri="{FF2B5EF4-FFF2-40B4-BE49-F238E27FC236}">
                <a16:creationId xmlns:a16="http://schemas.microsoft.com/office/drawing/2014/main" id="{D268A357-3267-4503-8442-5BB7C20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05150"/>
            <a:ext cx="409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" name="media-title">
            <a:extLst xmlns:a="http://schemas.openxmlformats.org/drawingml/2006/main">
              <a:ext uri="{FF2B5EF4-FFF2-40B4-BE49-F238E27FC236}">
                <a16:creationId xmlns:a16="http://schemas.microsoft.com/office/drawing/2014/main" id="{B0ABA8D1-92D7-436D-9C07-C8A03918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test_videos/</a:t>
            </a:r>
          </a:p>
        </p:txBody>
      </p:sp>
      <p:sp>
        <p:nvSpPr>
          <p:cNvPr id="8" name="docker-host-boundary">
            <a:extLst xmlns:a="http://schemas.openxmlformats.org/drawingml/2006/main">
              <a:ext uri="{FF2B5EF4-FFF2-40B4-BE49-F238E27FC236}">
                <a16:creationId xmlns:a16="http://schemas.microsoft.com/office/drawing/2014/main" id="{92891694-FE45-4697-8217-8C090C1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04950"/>
            <a:ext cx="7096125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9" name="docker-host-label">
            <a:extLst xmlns:a="http://schemas.openxmlformats.org/drawingml/2006/main">
              <a:ext uri="{FF2B5EF4-FFF2-40B4-BE49-F238E27FC236}">
                <a16:creationId xmlns:a16="http://schemas.microsoft.com/office/drawing/2014/main" id="{23626EF1-21F2-4DDE-B10D-F007F884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Docker host</a:t>
            </a:r>
          </a:p>
        </p:txBody>
      </p:sp>
      <p:sp>
        <p:nvSpPr>
          <p:cNvPr id="10" name="bridge-network-band">
            <a:extLst xmlns:a="http://schemas.openxmlformats.org/drawingml/2006/main">
              <a:ext uri="{FF2B5EF4-FFF2-40B4-BE49-F238E27FC236}">
                <a16:creationId xmlns:a16="http://schemas.microsoft.com/office/drawing/2014/main" id="{CC4DA929-BA9D-4BCE-85A8-EF6E82E9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640080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12383">
            <a:solidFill>
              <a:srgbClr val="38BDF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369A1"/>
                </a:solidFill>
              </a:defRPr>
            </a:pPr>
            <a:r>
              <a:rPr sz="1275" b="1">
                <a:solidFill>
                  <a:srgbClr val="0369A1"/>
                </a:solidFill>
              </a:rPr>
              <a:t>thaqib-sim-network  |  Docker bridge</a:t>
            </a:r>
          </a:p>
        </p:txBody>
      </p:sp>
      <p:sp>
        <p:nvSpPr>
          <p:cNvPr id="11" name="camera-simulator">
            <a:extLst xmlns:a="http://schemas.openxmlformats.org/drawingml/2006/main">
              <a:ext uri="{FF2B5EF4-FFF2-40B4-BE49-F238E27FC236}">
                <a16:creationId xmlns:a16="http://schemas.microsoft.com/office/drawing/2014/main" id="{8F3E2FAE-26B8-4941-A026-2258256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7907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mera-simulator-stripe">
            <a:extLst xmlns:a="http://schemas.openxmlformats.org/drawingml/2006/main">
              <a:ext uri="{FF2B5EF4-FFF2-40B4-BE49-F238E27FC236}">
                <a16:creationId xmlns:a16="http://schemas.microsoft.com/office/drawing/2014/main" id="{FBD28012-CB51-4EC2-A2F2-24012B0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camera-simulator-tag">
            <a:extLst xmlns:a="http://schemas.openxmlformats.org/drawingml/2006/main">
              <a:ext uri="{FF2B5EF4-FFF2-40B4-BE49-F238E27FC236}">
                <a16:creationId xmlns:a16="http://schemas.microsoft.com/office/drawing/2014/main" id="{384B1404-9FA9-4109-9186-B2B7653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7429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666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:8000</a:t>
            </a:r>
          </a:p>
        </p:txBody>
      </p:sp>
      <p:sp>
        <p:nvSpPr>
          <p:cNvPr id="14" name="camera-simulator-icon-dot">
            <a:extLst xmlns:a="http://schemas.openxmlformats.org/drawingml/2006/main">
              <a:ext uri="{FF2B5EF4-FFF2-40B4-BE49-F238E27FC236}">
                <a16:creationId xmlns:a16="http://schemas.microsoft.com/office/drawing/2014/main" id="{60331776-FCEB-4B46-90DD-8467CF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camera-simulator-title">
            <a:extLst xmlns:a="http://schemas.openxmlformats.org/drawingml/2006/main">
              <a:ext uri="{FF2B5EF4-FFF2-40B4-BE49-F238E27FC236}">
                <a16:creationId xmlns:a16="http://schemas.microsoft.com/office/drawing/2014/main" id="{2628E9E0-FA40-4393-BBA3-FB8F0196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Simulator</a:t>
            </a:r>
          </a:p>
        </p:txBody>
      </p:sp>
      <p:sp>
        <p:nvSpPr>
          <p:cNvPr id="16" name="camera-simulator-sub">
            <a:extLst xmlns:a="http://schemas.openxmlformats.org/drawingml/2006/main">
              <a:ext uri="{FF2B5EF4-FFF2-40B4-BE49-F238E27FC236}">
                <a16:creationId xmlns:a16="http://schemas.microsoft.com/office/drawing/2014/main" id="{262989D9-3F72-4B99-BD5E-9E9A11E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480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Camera + mic streams</a:t>
            </a:r>
          </a:p>
        </p:txBody>
      </p:sp>
      <p:sp>
        <p:nvSpPr>
          <p:cNvPr id="17" name="backend-api">
            <a:extLst xmlns:a="http://schemas.openxmlformats.org/drawingml/2006/main">
              <a:ext uri="{FF2B5EF4-FFF2-40B4-BE49-F238E27FC236}">
                <a16:creationId xmlns:a16="http://schemas.microsoft.com/office/drawing/2014/main" id="{CC849192-8A58-4BCD-A7EE-D7E3C502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17907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backend-api-stripe">
            <a:extLst xmlns:a="http://schemas.openxmlformats.org/drawingml/2006/main">
              <a:ext uri="{FF2B5EF4-FFF2-40B4-BE49-F238E27FC236}">
                <a16:creationId xmlns:a16="http://schemas.microsoft.com/office/drawing/2014/main" id="{050E3156-7E8E-4B9B-A122-7CEBF97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backend-api-tag">
            <a:extLst xmlns:a="http://schemas.openxmlformats.org/drawingml/2006/main">
              <a:ext uri="{FF2B5EF4-FFF2-40B4-BE49-F238E27FC236}">
                <a16:creationId xmlns:a16="http://schemas.microsoft.com/office/drawing/2014/main" id="{E93E67A3-4BB8-480D-812D-E35F4BB6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19400"/>
            <a:ext cx="7429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666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:8001</a:t>
            </a:r>
          </a:p>
        </p:txBody>
      </p:sp>
      <p:sp>
        <p:nvSpPr>
          <p:cNvPr id="20" name="backend-api-icon-dot">
            <a:extLst xmlns:a="http://schemas.openxmlformats.org/drawingml/2006/main">
              <a:ext uri="{FF2B5EF4-FFF2-40B4-BE49-F238E27FC236}">
                <a16:creationId xmlns:a16="http://schemas.microsoft.com/office/drawing/2014/main" id="{8311B0A9-7D6E-4DE5-9ACA-F6B30C3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backend-api-title">
            <a:extLst xmlns:a="http://schemas.openxmlformats.org/drawingml/2006/main">
              <a:ext uri="{FF2B5EF4-FFF2-40B4-BE49-F238E27FC236}">
                <a16:creationId xmlns:a16="http://schemas.microsoft.com/office/drawing/2014/main" id="{980ACE05-4B72-4A6A-88C6-989BD5B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22" name="backend-api-sub">
            <a:extLst xmlns:a="http://schemas.openxmlformats.org/drawingml/2006/main">
              <a:ext uri="{FF2B5EF4-FFF2-40B4-BE49-F238E27FC236}">
                <a16:creationId xmlns:a16="http://schemas.microsoft.com/office/drawing/2014/main" id="{34EE1B70-19CB-4AC3-8A23-715B955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480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Detection + alerts</a:t>
            </a:r>
          </a:p>
        </p:txBody>
      </p:sp>
      <p:sp>
        <p:nvSpPr>
          <p:cNvPr id="23" name="frontend-dashboard">
            <a:extLst xmlns:a="http://schemas.openxmlformats.org/drawingml/2006/main">
              <a:ext uri="{FF2B5EF4-FFF2-40B4-BE49-F238E27FC236}">
                <a16:creationId xmlns:a16="http://schemas.microsoft.com/office/drawing/2014/main" id="{1B2B6183-1721-401F-952C-81783D9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17907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frontend-dashboard-stripe">
            <a:extLst xmlns:a="http://schemas.openxmlformats.org/drawingml/2006/main">
              <a:ext uri="{FF2B5EF4-FFF2-40B4-BE49-F238E27FC236}">
                <a16:creationId xmlns:a16="http://schemas.microsoft.com/office/drawing/2014/main" id="{8D32819D-C802-4BE2-AE41-792F5973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5" name="frontend-dashboard-tag">
            <a:extLst xmlns:a="http://schemas.openxmlformats.org/drawingml/2006/main">
              <a:ext uri="{FF2B5EF4-FFF2-40B4-BE49-F238E27FC236}">
                <a16:creationId xmlns:a16="http://schemas.microsoft.com/office/drawing/2014/main" id="{D0068091-E1CC-4CF8-8F7C-BFB04AD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7429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666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:80</a:t>
            </a:r>
          </a:p>
        </p:txBody>
      </p:sp>
      <p:sp>
        <p:nvSpPr>
          <p:cNvPr id="26" name="frontend-dashboard-icon-dot">
            <a:extLst xmlns:a="http://schemas.openxmlformats.org/drawingml/2006/main">
              <a:ext uri="{FF2B5EF4-FFF2-40B4-BE49-F238E27FC236}">
                <a16:creationId xmlns:a16="http://schemas.microsoft.com/office/drawing/2014/main" id="{33358805-A2DB-4A6A-8B76-4B6FE288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frontend-dashboard-title">
            <a:extLst xmlns:a="http://schemas.openxmlformats.org/drawingml/2006/main">
              <a:ext uri="{FF2B5EF4-FFF2-40B4-BE49-F238E27FC236}">
                <a16:creationId xmlns:a16="http://schemas.microsoft.com/office/drawing/2014/main" id="{66E6E887-3A02-4212-9D2F-B5BC720E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28" name="frontend-dashboard-sub">
            <a:extLst xmlns:a="http://schemas.openxmlformats.org/drawingml/2006/main">
              <a:ext uri="{FF2B5EF4-FFF2-40B4-BE49-F238E27FC236}">
                <a16:creationId xmlns:a16="http://schemas.microsoft.com/office/drawing/2014/main" id="{F97ACF7E-CC39-4204-B5D7-A6E5D36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React UI</a:t>
            </a:r>
          </a:p>
        </p:txBody>
      </p:sp>
      <p:sp>
        <p:nvSpPr>
          <p:cNvPr id="29" name="postgres-db">
            <a:extLst xmlns:a="http://schemas.openxmlformats.org/drawingml/2006/main">
              <a:ext uri="{FF2B5EF4-FFF2-40B4-BE49-F238E27FC236}">
                <a16:creationId xmlns:a16="http://schemas.microsoft.com/office/drawing/2014/main" id="{EB15F05F-32FE-471C-971D-7B71769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43400"/>
            <a:ext cx="20097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postgres-db-dot">
            <a:extLst xmlns:a="http://schemas.openxmlformats.org/drawingml/2006/main">
              <a:ext uri="{FF2B5EF4-FFF2-40B4-BE49-F238E27FC236}">
                <a16:creationId xmlns:a16="http://schemas.microsoft.com/office/drawing/2014/main" id="{2EC1031E-40B8-4560-87A9-C93E2FC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5434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1" name="postgres-db-title">
            <a:extLst xmlns:a="http://schemas.openxmlformats.org/drawingml/2006/main">
              <a:ext uri="{FF2B5EF4-FFF2-40B4-BE49-F238E27FC236}">
                <a16:creationId xmlns:a16="http://schemas.microsoft.com/office/drawing/2014/main" id="{BAF16D7F-E131-4851-9F52-45A6CDC3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47675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PostgreSQL</a:t>
            </a:r>
          </a:p>
        </p:txBody>
      </p:sp>
      <p:sp>
        <p:nvSpPr>
          <p:cNvPr id="32" name="postgres-db-sub">
            <a:extLst xmlns:a="http://schemas.openxmlformats.org/drawingml/2006/main">
              <a:ext uri="{FF2B5EF4-FFF2-40B4-BE49-F238E27FC236}">
                <a16:creationId xmlns:a16="http://schemas.microsoft.com/office/drawing/2014/main" id="{A5B5ECE6-F952-41D7-8C1D-C3068B6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743450"/>
            <a:ext cx="1438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5433 -&gt; 5432</a:t>
            </a:r>
          </a:p>
        </p:txBody>
      </p:sp>
      <p:sp>
        <p:nvSpPr>
          <p:cNvPr id="33" name="pgadmin-dev">
            <a:extLst xmlns:a="http://schemas.openxmlformats.org/drawingml/2006/main">
              <a:ext uri="{FF2B5EF4-FFF2-40B4-BE49-F238E27FC236}">
                <a16:creationId xmlns:a16="http://schemas.microsoft.com/office/drawing/2014/main" id="{22D88D31-024E-44AB-A7D7-2545E0D0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20097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gadmin-dev-dot">
            <a:extLst xmlns:a="http://schemas.openxmlformats.org/drawingml/2006/main">
              <a:ext uri="{FF2B5EF4-FFF2-40B4-BE49-F238E27FC236}">
                <a16:creationId xmlns:a16="http://schemas.microsoft.com/office/drawing/2014/main" id="{F724A23B-7CB0-4C47-9919-CE4D2B73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434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35" name="pgadmin-dev-title">
            <a:extLst xmlns:a="http://schemas.openxmlformats.org/drawingml/2006/main">
              <a:ext uri="{FF2B5EF4-FFF2-40B4-BE49-F238E27FC236}">
                <a16:creationId xmlns:a16="http://schemas.microsoft.com/office/drawing/2014/main" id="{8228FFDB-85C4-4C25-8A4D-47B337B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pgAdmin</a:t>
            </a:r>
          </a:p>
        </p:txBody>
      </p:sp>
      <p:sp>
        <p:nvSpPr>
          <p:cNvPr id="36" name="pgadmin-dev-sub">
            <a:extLst xmlns:a="http://schemas.openxmlformats.org/drawingml/2006/main">
              <a:ext uri="{FF2B5EF4-FFF2-40B4-BE49-F238E27FC236}">
                <a16:creationId xmlns:a16="http://schemas.microsoft.com/office/drawing/2014/main" id="{57434CCA-D200-4864-B8EA-3140EDBB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43450"/>
            <a:ext cx="1438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optional dev tool :5050</a:t>
            </a:r>
          </a:p>
        </p:txBody>
      </p:sp>
      <p:sp>
        <p:nvSpPr>
          <p:cNvPr id="37" name="browser-users">
            <a:extLst xmlns:a="http://schemas.openxmlformats.org/drawingml/2006/main">
              <a:ext uri="{FF2B5EF4-FFF2-40B4-BE49-F238E27FC236}">
                <a16:creationId xmlns:a16="http://schemas.microsoft.com/office/drawing/2014/main" id="{7C695846-2AC2-479B-A649-138BF2E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57475"/>
            <a:ext cx="15049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browser-screen">
            <a:extLst xmlns:a="http://schemas.openxmlformats.org/drawingml/2006/main">
              <a:ext uri="{FF2B5EF4-FFF2-40B4-BE49-F238E27FC236}">
                <a16:creationId xmlns:a16="http://schemas.microsoft.com/office/drawing/2014/main" id="{2F0E95A5-E169-496C-8514-E3F28F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33700"/>
            <a:ext cx="790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39" name="browser-stand">
            <a:extLst xmlns:a="http://schemas.openxmlformats.org/drawingml/2006/main">
              <a:ext uri="{FF2B5EF4-FFF2-40B4-BE49-F238E27FC236}">
                <a16:creationId xmlns:a16="http://schemas.microsoft.com/office/drawing/2014/main" id="{F878A33B-6C74-4767-BCCB-028D7D85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99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40" name="users-title">
            <a:extLst xmlns:a="http://schemas.openxmlformats.org/drawingml/2006/main">
              <a:ext uri="{FF2B5EF4-FFF2-40B4-BE49-F238E27FC236}">
                <a16:creationId xmlns:a16="http://schemas.microsoft.com/office/drawing/2014/main" id="{B2A44CD9-BD36-4B91-A4D3-C2E9A37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62350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Browsers</a:t>
            </a:r>
          </a:p>
        </p:txBody>
      </p:sp>
      <p:cxnSp>
        <p:nvCxnSpPr>
          <p:cNvPr id="103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95500" y="3238500"/>
            <a:ext cx="8001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D9770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mounted-files-label">
            <a:extLst xmlns:a="http://schemas.openxmlformats.org/drawingml/2006/main">
              <a:ext uri="{FF2B5EF4-FFF2-40B4-BE49-F238E27FC236}">
                <a16:creationId xmlns:a16="http://schemas.microsoft.com/office/drawing/2014/main" id="{3DA76C62-DAD4-4E0B-85B5-BEFAF3B4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14650"/>
            <a:ext cx="1143000" cy="276225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mounted files</a:t>
            </a:r>
          </a:p>
        </p:txBody>
      </p:sp>
      <p:cxnSp>
        <p:nvCxnSpPr>
          <p:cNvPr id="105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686300" y="32670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streams-label">
            <a:extLst xmlns:a="http://schemas.openxmlformats.org/drawingml/2006/main">
              <a:ext uri="{FF2B5EF4-FFF2-40B4-BE49-F238E27FC236}">
                <a16:creationId xmlns:a16="http://schemas.microsoft.com/office/drawing/2014/main" id="{1946CE7D-5F1C-4771-A109-113DE0A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0425"/>
            <a:ext cx="781050" cy="276225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streams</a:t>
            </a:r>
          </a:p>
        </p:txBody>
      </p:sp>
      <p:cxnSp>
        <p:nvCxnSpPr>
          <p:cNvPr id="107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886575" y="32670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563E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6" name="api-ws-label">
            <a:extLst xmlns:a="http://schemas.openxmlformats.org/drawingml/2006/main">
              <a:ext uri="{FF2B5EF4-FFF2-40B4-BE49-F238E27FC236}">
                <a16:creationId xmlns:a16="http://schemas.microsoft.com/office/drawing/2014/main" id="{48788A40-C35B-4E9F-8FA5-14BDA034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0425"/>
            <a:ext cx="800100" cy="276225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API / WS</a:t>
            </a:r>
          </a:p>
        </p:txBody>
      </p:sp>
      <p:cxnSp>
        <p:nvCxnSpPr>
          <p:cNvPr id="109" name=""/>
          <p:cNvCxnSpPr>
            <a:stCxn xmlns:a="http://schemas.openxmlformats.org/drawingml/2006/main" id="2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9086850" y="3248025"/>
            <a:ext cx="933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52C7ED6D-C3D6-4E61-9C7E-C53C300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952500" cy="276225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dashboard</a:t>
            </a:r>
          </a:p>
        </p:txBody>
      </p:sp>
      <p:cxnSp>
        <p:nvCxnSpPr>
          <p:cNvPr id="111" name=""/>
          <p:cNvCxnSpPr>
            <a:stCxn xmlns:a="http://schemas.openxmlformats.org/drawingml/2006/main" id="1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5529263" y="3848100"/>
            <a:ext cx="461963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D9770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events-label">
            <a:extLst xmlns:a="http://schemas.openxmlformats.org/drawingml/2006/main">
              <a:ext uri="{FF2B5EF4-FFF2-40B4-BE49-F238E27FC236}">
                <a16:creationId xmlns:a16="http://schemas.microsoft.com/office/drawing/2014/main" id="{30275F2F-E8EE-44B4-968F-3864487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33825"/>
            <a:ext cx="723900" cy="276225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events</a:t>
            </a:r>
          </a:p>
        </p:txBody>
      </p:sp>
      <p:cxnSp>
        <p:nvCxnSpPr>
          <p:cNvPr id="113" name=""/>
          <p:cNvCxnSpPr>
            <a:stCxn xmlns:a="http://schemas.openxmlformats.org/drawingml/2006/main" id="33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6534150" y="4752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E11D48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52" name="inspect-label">
            <a:extLst xmlns:a="http://schemas.openxmlformats.org/drawingml/2006/main">
              <a:ext uri="{FF2B5EF4-FFF2-40B4-BE49-F238E27FC236}">
                <a16:creationId xmlns:a16="http://schemas.microsoft.com/office/drawing/2014/main" id="{2559392F-C934-48C7-9FC5-2708ED3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619125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1D48"/>
                </a:solidFill>
              </a:defRPr>
            </a:pPr>
            <a:r>
              <a:rPr sz="975" b="1">
                <a:solidFill>
                  <a:srgbClr val="E11D48"/>
                </a:solidFill>
              </a:rPr>
              <a:t>inspect</a:t>
            </a:r>
          </a:p>
        </p:txBody>
      </p:sp>
      <p:sp>
        <p:nvSpPr>
          <p:cNvPr id="53" name="takeaway-0-dot">
            <a:extLst xmlns:a="http://schemas.openxmlformats.org/drawingml/2006/main">
              <a:ext uri="{FF2B5EF4-FFF2-40B4-BE49-F238E27FC236}">
                <a16:creationId xmlns:a16="http://schemas.microsoft.com/office/drawing/2014/main" id="{824AEB8F-7CBD-491D-AB7F-3F483DF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4" name="takeaway-0-title">
            <a:extLst xmlns:a="http://schemas.openxmlformats.org/drawingml/2006/main">
              <a:ext uri="{FF2B5EF4-FFF2-40B4-BE49-F238E27FC236}">
                <a16:creationId xmlns:a16="http://schemas.microsoft.com/office/drawing/2014/main" id="{40A3DF6F-81DD-4985-8AD7-4EB4173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Same URLs</a:t>
            </a:r>
          </a:p>
        </p:txBody>
      </p:sp>
      <p:sp>
        <p:nvSpPr>
          <p:cNvPr id="55" name="takeaway-0-sub">
            <a:extLst xmlns:a="http://schemas.openxmlformats.org/drawingml/2006/main">
              <a:ext uri="{FF2B5EF4-FFF2-40B4-BE49-F238E27FC236}">
                <a16:creationId xmlns:a16="http://schemas.microsoft.com/office/drawing/2014/main" id="{116473B9-AF56-44B7-92B8-5C44852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simulated feeds replace physical cameras</a:t>
            </a:r>
          </a:p>
        </p:txBody>
      </p:sp>
      <p:sp>
        <p:nvSpPr>
          <p:cNvPr id="56" name="takeaway-1-dot">
            <a:extLst xmlns:a="http://schemas.openxmlformats.org/drawingml/2006/main">
              <a:ext uri="{FF2B5EF4-FFF2-40B4-BE49-F238E27FC236}">
                <a16:creationId xmlns:a16="http://schemas.microsoft.com/office/drawing/2014/main" id="{C576F42F-1B78-4CBA-8212-DA9F0181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00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takeaway-1-title">
            <a:extLst xmlns:a="http://schemas.openxmlformats.org/drawingml/2006/main">
              <a:ext uri="{FF2B5EF4-FFF2-40B4-BE49-F238E27FC236}">
                <a16:creationId xmlns:a16="http://schemas.microsoft.com/office/drawing/2014/main" id="{3DBA4D9E-4E2D-4CCE-ABF5-3F723A68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34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Isolated Lab</a:t>
            </a:r>
          </a:p>
        </p:txBody>
      </p:sp>
      <p:sp>
        <p:nvSpPr>
          <p:cNvPr id="58" name="takeaway-1-sub">
            <a:extLst xmlns:a="http://schemas.openxmlformats.org/drawingml/2006/main">
              <a:ext uri="{FF2B5EF4-FFF2-40B4-BE49-F238E27FC236}">
                <a16:creationId xmlns:a16="http://schemas.microsoft.com/office/drawing/2014/main" id="{60D23B7C-9E53-40C7-A85C-6C7E2D8E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9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Docker bridge keeps services predictable</a:t>
            </a:r>
          </a:p>
        </p:txBody>
      </p:sp>
      <p:sp>
        <p:nvSpPr>
          <p:cNvPr id="59" name="takeaway-2-dot">
            <a:extLst xmlns:a="http://schemas.openxmlformats.org/drawingml/2006/main">
              <a:ext uri="{FF2B5EF4-FFF2-40B4-BE49-F238E27FC236}">
                <a16:creationId xmlns:a16="http://schemas.microsoft.com/office/drawing/2014/main" id="{0FEEA887-06B8-4875-8482-1B5C2B6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00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60" name="takeaway-2-title">
            <a:extLst xmlns:a="http://schemas.openxmlformats.org/drawingml/2006/main">
              <a:ext uri="{FF2B5EF4-FFF2-40B4-BE49-F238E27FC236}">
                <a16:creationId xmlns:a16="http://schemas.microsoft.com/office/drawing/2014/main" id="{EF161223-6B87-46D7-B590-234B075A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34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Repeatable Demo</a:t>
            </a:r>
          </a:p>
        </p:txBody>
      </p:sp>
      <p:sp>
        <p:nvSpPr>
          <p:cNvPr id="61" name="takeaway-2-sub">
            <a:extLst xmlns:a="http://schemas.openxmlformats.org/drawingml/2006/main">
              <a:ext uri="{FF2B5EF4-FFF2-40B4-BE49-F238E27FC236}">
                <a16:creationId xmlns:a16="http://schemas.microsoft.com/office/drawing/2014/main" id="{2EAF6B0E-7921-45BD-941E-072BDC1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9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loop videos, reset data, replay alerts</a:t>
            </a:r>
          </a:p>
        </p:txBody>
      </p:sp>
      <p:sp>
        <p:nvSpPr>
          <p:cNvPr id="6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C0C33C0-580D-47F3-BBDF-117E0E2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local dev: simulator :8000  |  API :8001  |  frontend :5173 / container :80</a:t>
            </a:r>
          </a:p>
        </p:txBody>
      </p:sp>
    </p:spTree>
    <p:extLst>
      <p:ext uri="{BB962C8B-B14F-4D97-AF65-F5344CB8AC3E}">
        <p14:creationId xmlns:p14="http://schemas.microsoft.com/office/powerpoint/2010/main" val="364088011"/>
      </p:ext>
    </p:extLst>
  </p:cSld>
</p:sld>
</file>

<file path=ppt/theme/theme1.xml><?xml version="1.0" encoding="utf-8"?>
<a:theme xmlns:a="http://schemas.openxmlformats.org/drawingml/2006/main" name="ChatGPT">
  <a:themeElements>
    <a:clrScheme name="Thaqib Docker Lab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D97706"/>
      </a:accent3>
      <a:accent4>
        <a:srgbClr val="E11D48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aqib Docker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2026-06-23T13:18:23.5250000Z</dcterms:created>
  <dcterms:modified xsi:type="dcterms:W3CDTF">2026-06-23T13:18:23.5250000Z</dcterms:modified>
</coreProperties>
</file>